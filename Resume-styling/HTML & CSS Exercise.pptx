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1KOYDcA8ESLVPhcYtRn3WssQU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HTML &amp; CSS Exercise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PH"/>
              <a:t>Build your own Resume!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Your Objective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PH"/>
              <a:t>For this exercise, you will be building your online resume! ☺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PH"/>
              <a:t>Use HTML + CSS to simulate a sample resume (to be shown on the next slides)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" y="908720"/>
            <a:ext cx="7067550" cy="537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720" y="188640"/>
            <a:ext cx="5156795" cy="6422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Global Definitions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PH" u="sng"/>
              <a:t>All elements (*):</a:t>
            </a:r>
            <a:br>
              <a:rPr b="1" lang="en-PH" u="sng"/>
            </a:br>
            <a:r>
              <a:rPr lang="en-PH"/>
              <a:t>margin: 0px</a:t>
            </a:r>
            <a:br>
              <a:rPr lang="en-PH"/>
            </a:br>
            <a:r>
              <a:rPr lang="en-PH"/>
              <a:t>padding: 0px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PH" u="sng"/>
              <a:t>body: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PH"/>
              <a:t>line-height: 22px; </a:t>
            </a:r>
            <a:br>
              <a:rPr lang="en-PH"/>
            </a:br>
            <a:r>
              <a:rPr lang="en-PH"/>
              <a:t>font: 17px Times;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920" y="1700808"/>
            <a:ext cx="4920348" cy="374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Global Definitions</a:t>
            </a:r>
            <a:endParaRPr/>
          </a:p>
        </p:txBody>
      </p:sp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PH" u="sng"/>
              <a:t>*Entire Page: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PH"/>
              <a:t>margin: 40px auto </a:t>
            </a:r>
            <a:br>
              <a:rPr lang="en-PH"/>
            </a:br>
            <a:r>
              <a:rPr lang="en-PH"/>
              <a:t>60px;</a:t>
            </a:r>
            <a:br>
              <a:rPr lang="en-PH"/>
            </a:br>
            <a:r>
              <a:rPr lang="en-PH"/>
              <a:t>width: 805px;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PH"/>
              <a:t>*(place all contents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PH"/>
              <a:t>In &lt;body&gt; inside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PH"/>
              <a:t>A &lt;div&gt; tag)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920" y="1700808"/>
            <a:ext cx="4920348" cy="374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Heading Definitions</a:t>
            </a:r>
            <a:endParaRPr/>
          </a:p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PH" u="sng"/>
              <a:t>Image</a:t>
            </a:r>
            <a:br>
              <a:rPr lang="en-PH"/>
            </a:br>
            <a:r>
              <a:rPr lang="en-PH"/>
              <a:t>height: 303px;</a:t>
            </a:r>
            <a:br>
              <a:rPr lang="en-PH"/>
            </a:br>
            <a:r>
              <a:rPr lang="en-PH"/>
              <a:t>width: 293px;</a:t>
            </a:r>
            <a:br>
              <a:rPr lang="en-PH"/>
            </a:br>
            <a:r>
              <a:rPr lang="en-PH"/>
              <a:t>float: right; </a:t>
            </a:r>
            <a:br>
              <a:rPr lang="en-PH"/>
            </a:br>
            <a:r>
              <a:rPr lang="en-PH"/>
              <a:t>margin: -30px 0 0 0; 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7744" y="4140436"/>
            <a:ext cx="6238453" cy="240857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/>
          <p:nvPr/>
        </p:nvSpPr>
        <p:spPr>
          <a:xfrm>
            <a:off x="5796136" y="4005064"/>
            <a:ext cx="2808312" cy="2780928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7944" y="1463056"/>
            <a:ext cx="4375373" cy="229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Heading Definitions</a:t>
            </a:r>
            <a:endParaRPr/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PH" u="sng"/>
              <a:t>Name header</a:t>
            </a:r>
            <a:br>
              <a:rPr lang="en-PH"/>
            </a:br>
            <a:r>
              <a:rPr lang="en-PH"/>
              <a:t>margin: 0 0 17px 0; </a:t>
            </a:r>
            <a:br>
              <a:rPr lang="en-PH"/>
            </a:br>
            <a:r>
              <a:rPr lang="en-PH"/>
              <a:t>padding: 0 0 17px 0; </a:t>
            </a:r>
            <a:br>
              <a:rPr lang="en-PH"/>
            </a:br>
            <a:r>
              <a:rPr lang="en-PH"/>
              <a:t>font-size: 43px; </a:t>
            </a:r>
            <a:br>
              <a:rPr lang="en-PH"/>
            </a:br>
            <a:r>
              <a:rPr lang="en-PH"/>
              <a:t>font-weight: bold; </a:t>
            </a:r>
            <a:br>
              <a:rPr lang="en-PH"/>
            </a:br>
            <a:r>
              <a:rPr lang="en-PH"/>
              <a:t>letter-spacing: -3px; </a:t>
            </a:r>
            <a:br>
              <a:rPr lang="en-PH"/>
            </a:br>
            <a:r>
              <a:rPr lang="en-PH"/>
              <a:t>border-bottom: 1px solid rgb(130, 129, 129); 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283968" y="1340768"/>
            <a:ext cx="3240360" cy="864096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7944" y="1463056"/>
            <a:ext cx="4375373" cy="229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Heading Definitions</a:t>
            </a:r>
            <a:endParaRPr/>
          </a:p>
        </p:txBody>
      </p:sp>
      <p:sp>
        <p:nvSpPr>
          <p:cNvPr id="147" name="Google Shape;14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PH" u="sng"/>
              <a:t>Contact info:</a:t>
            </a:r>
            <a:br>
              <a:rPr lang="en-PH"/>
            </a:br>
            <a:r>
              <a:rPr lang="en-PH"/>
              <a:t>margin: 0 0 16px 0;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PH" u="sng"/>
              <a:t>Email link: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PH"/>
              <a:t>color: rgb (115,113,113); 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PH"/>
              <a:t>text-decoration: none; 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PH"/>
              <a:t>border-bottom: 1px dotted #999;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PH"/>
              <a:t>Email mouse-over: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PH"/>
              <a:t>border-bottom-style: solid;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PH"/>
              <a:t>color: blue;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3885040" y="1970158"/>
            <a:ext cx="3528392" cy="666754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9936" y="3753145"/>
            <a:ext cx="4375373" cy="229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Heading Definitions</a:t>
            </a:r>
            <a:endParaRPr/>
          </a:p>
        </p:txBody>
      </p:sp>
      <p:sp>
        <p:nvSpPr>
          <p:cNvPr id="155" name="Google Shape;155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PH" u="sng"/>
              <a:t>Objective: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PH"/>
              <a:t>width: 500px; </a:t>
            </a:r>
            <a:br>
              <a:rPr lang="en-PH"/>
            </a:br>
            <a:r>
              <a:rPr lang="en-PH"/>
              <a:t>float: left; </a:t>
            </a:r>
            <a:br>
              <a:rPr lang="en-PH"/>
            </a:br>
            <a:r>
              <a:rPr lang="en-PH"/>
              <a:t>font-family: Helvetica;</a:t>
            </a:r>
            <a:br>
              <a:rPr lang="en-PH"/>
            </a:br>
            <a:r>
              <a:rPr lang="en-PH"/>
              <a:t>font-style: italic; </a:t>
            </a:r>
            <a:br>
              <a:rPr lang="en-PH"/>
            </a:br>
            <a:r>
              <a:rPr lang="en-PH"/>
              <a:t>color: #666;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PH"/>
              <a:t>(NOTE: Nothing</a:t>
            </a:r>
            <a:br>
              <a:rPr lang="en-PH"/>
            </a:br>
            <a:r>
              <a:rPr lang="en-PH"/>
              <a:t>Evil about the </a:t>
            </a:r>
            <a:br>
              <a:rPr lang="en-PH"/>
            </a:br>
            <a:r>
              <a:rPr lang="en-PH"/>
              <a:t>color. ☺)</a:t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3795888" y="4581128"/>
            <a:ext cx="5184576" cy="1656184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Resume Body Definitions</a:t>
            </a:r>
            <a:endParaRPr/>
          </a:p>
        </p:txBody>
      </p:sp>
      <p:sp>
        <p:nvSpPr>
          <p:cNvPr id="162" name="Google Shape;162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63" name="Google Shape;1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680" y="1378496"/>
            <a:ext cx="5838501" cy="528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8481" y="1628800"/>
            <a:ext cx="5297983" cy="87066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Resume Body Definition</a:t>
            </a:r>
            <a:endParaRPr/>
          </a:p>
        </p:txBody>
      </p: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PH" u="sng"/>
              <a:t>Component:</a:t>
            </a:r>
            <a:br>
              <a:rPr lang="en-PH"/>
            </a:br>
            <a:r>
              <a:rPr lang="en-PH"/>
              <a:t>font-style: italic;</a:t>
            </a:r>
            <a:br>
              <a:rPr lang="en-PH"/>
            </a:br>
            <a:r>
              <a:rPr lang="en-PH"/>
              <a:t>font-weight: bold; </a:t>
            </a:r>
            <a:br>
              <a:rPr lang="en-PH"/>
            </a:br>
            <a:r>
              <a:rPr lang="en-PH"/>
              <a:t>font-size: 18px; </a:t>
            </a:r>
            <a:br>
              <a:rPr lang="en-PH"/>
            </a:br>
            <a:r>
              <a:rPr lang="en-PH"/>
              <a:t>text-align: right; </a:t>
            </a:r>
            <a:br>
              <a:rPr lang="en-PH"/>
            </a:br>
            <a:r>
              <a:rPr lang="en-PH"/>
              <a:t>padding: 0 26px 0 0; </a:t>
            </a:r>
            <a:br>
              <a:rPr lang="en-PH"/>
            </a:br>
            <a:r>
              <a:rPr lang="en-PH"/>
              <a:t>width: 150px; </a:t>
            </a:r>
            <a:br>
              <a:rPr lang="en-PH"/>
            </a:br>
            <a:r>
              <a:rPr lang="en-PH"/>
              <a:t>float: left; </a:t>
            </a:r>
            <a:br>
              <a:rPr lang="en-PH"/>
            </a:br>
            <a:r>
              <a:rPr lang="en-PH"/>
              <a:t>height: 100px; </a:t>
            </a:r>
            <a:br>
              <a:rPr lang="en-PH"/>
            </a:br>
            <a:r>
              <a:rPr lang="en-PH"/>
              <a:t>border-right: 1px solid rgb (115,113,113);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3851920" y="1184184"/>
            <a:ext cx="864096" cy="1512168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664" y="4077072"/>
            <a:ext cx="5297983" cy="87066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Resume Body Definition</a:t>
            </a:r>
            <a:endParaRPr/>
          </a:p>
        </p:txBody>
      </p:sp>
      <p:sp>
        <p:nvSpPr>
          <p:cNvPr id="178" name="Google Shape;178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PH" u="sng"/>
              <a:t>Description:</a:t>
            </a:r>
            <a:br>
              <a:rPr lang="en-PH"/>
            </a:br>
            <a:r>
              <a:rPr lang="en-PH"/>
              <a:t>font-size: 20px; </a:t>
            </a:r>
            <a:br>
              <a:rPr lang="en-PH"/>
            </a:br>
            <a:r>
              <a:rPr lang="en-PH"/>
              <a:t>margin: 0 0 6px 0; </a:t>
            </a:r>
            <a:br>
              <a:rPr lang="en-PH"/>
            </a:br>
            <a:r>
              <a:rPr lang="en-PH"/>
              <a:t>position: relative; 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79" name="Google Shape;179;p13"/>
          <p:cNvSpPr/>
          <p:nvPr/>
        </p:nvSpPr>
        <p:spPr>
          <a:xfrm>
            <a:off x="1979712" y="3992496"/>
            <a:ext cx="3872456" cy="660640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9912" y="1556792"/>
            <a:ext cx="5297983" cy="87066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4"/>
          <p:cNvSpPr/>
          <p:nvPr/>
        </p:nvSpPr>
        <p:spPr>
          <a:xfrm>
            <a:off x="7740352" y="1331485"/>
            <a:ext cx="1296144" cy="660640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Resume Body Definition</a:t>
            </a:r>
            <a:endParaRPr/>
          </a:p>
        </p:txBody>
      </p:sp>
      <p:sp>
        <p:nvSpPr>
          <p:cNvPr id="187" name="Google Shape;18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PH" u="sng"/>
              <a:t>Date:</a:t>
            </a:r>
            <a:br>
              <a:rPr lang="en-PH"/>
            </a:br>
            <a:r>
              <a:rPr lang="en-PH"/>
              <a:t>position: absolute; </a:t>
            </a:r>
            <a:br>
              <a:rPr lang="en-PH"/>
            </a:br>
            <a:r>
              <a:rPr lang="en-PH"/>
              <a:t>bottom: 0; </a:t>
            </a:r>
            <a:br>
              <a:rPr lang="en-PH"/>
            </a:br>
            <a:r>
              <a:rPr lang="en-PH"/>
              <a:t>right: 0; </a:t>
            </a:r>
            <a:br>
              <a:rPr lang="en-PH"/>
            </a:br>
            <a:r>
              <a:rPr lang="en-PH"/>
              <a:t>font-style: italic; </a:t>
            </a:r>
            <a:br>
              <a:rPr lang="en-PH"/>
            </a:br>
            <a:r>
              <a:rPr lang="en-PH"/>
              <a:t>font: Arial; </a:t>
            </a:r>
            <a:br>
              <a:rPr lang="en-PH"/>
            </a:br>
            <a:r>
              <a:rPr lang="en-PH"/>
              <a:t>font-size: 16px; </a:t>
            </a:r>
            <a:br>
              <a:rPr lang="en-PH"/>
            </a:br>
            <a:r>
              <a:rPr lang="en-PH"/>
              <a:t>color: #998;</a:t>
            </a:r>
            <a:br>
              <a:rPr lang="en-PH"/>
            </a:br>
            <a:r>
              <a:rPr lang="en-PH"/>
              <a:t>font-weight: normal;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3325" y="3449687"/>
            <a:ext cx="6737350" cy="19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Resume Body Definition</a:t>
            </a:r>
            <a:endParaRPr/>
          </a:p>
        </p:txBody>
      </p:sp>
      <p:sp>
        <p:nvSpPr>
          <p:cNvPr id="194" name="Google Shape;194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PH" u="sng"/>
              <a:t>Unordered Lists:</a:t>
            </a:r>
            <a:br>
              <a:rPr lang="en-PH"/>
            </a:br>
            <a:r>
              <a:rPr lang="en-PH"/>
              <a:t>margin: 0 0 32px 17px; </a:t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1475656" y="4725144"/>
            <a:ext cx="5976664" cy="792088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1259632" y="3861048"/>
            <a:ext cx="6336704" cy="576064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PH"/>
              <a:t>Final Note</a:t>
            </a:r>
            <a:endParaRPr/>
          </a:p>
        </p:txBody>
      </p:sp>
      <p:sp>
        <p:nvSpPr>
          <p:cNvPr id="202" name="Google Shape;202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PH"/>
              <a:t>REPLACE the CONTENTS of the HTML with ACTUAL information about yourself. Imagine, you’re applying for an OJT. ☺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PH"/>
              <a:t>The Skeleton HTML is just for your reference. You need not follow it. You are free to code from scratch.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2021-03-25T03:44:55Z</dcterms:created>
  <dc:creator>Art</dc:creator>
</cp:coreProperties>
</file>